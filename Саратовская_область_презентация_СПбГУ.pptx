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6344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5488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74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377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  = rv.require(t, "1.1", label="Численность населения")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  = rv.require(t, "1.1", label="Валовой региональный продукт")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6908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2964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5308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2964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5308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7315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978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Распределение предлагаемых зарплат:  13 000 ₽ минимум  ·  28 500 ₽ 1-й квартиль  ·  38 000 ₽ медиана  ·  45 349 ₽ средняя  ·  50 000 ₽ 3-й квартиль  ·  275 000 ₽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7180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310128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6692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144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